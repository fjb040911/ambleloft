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</a:t>
            </a:r>
          </a:p>
          <a:p>
            <a:r>
              <a:t>Second paragraph &amp; punctuation.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2</a:t>
            </a:r>
          </a:p>
          <a:p>
            <a:r>
              <a:t>Second paragraph &amp; punctuation.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3</a:t>
            </a:r>
          </a:p>
          <a:p>
            <a:r>
              <a:t>Second paragraph &amp; punctuation.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Office preview —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Ambleloft document preview</a:t>
            </a:r>
          </a:p>
          <a:p>
            <a:r>
              <a:t>Read-only • local conversion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Office preview —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Ambleloft document preview</a:t>
            </a:r>
          </a:p>
          <a:p>
            <a:r>
              <a:t>Read-only • local conversion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Office preview —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Ambleloft document preview</a:t>
            </a:r>
          </a:p>
          <a:p>
            <a:r>
              <a:t>Read-only • local conversion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